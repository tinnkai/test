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67" d="100"/>
          <a:sy n="67" d="100"/>
        </p:scale>
        <p:origin x="-65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2006-9-7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hp</dc:creator>
  <dcterms:created xsi:type="dcterms:W3CDTF">2012-08-28T07:54:16Z</dcterms:created>
</cp:coreProperties>
</file>