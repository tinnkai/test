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34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pPr/>
              <a:t>2012/8/28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 smtClean="0"/>
              <a:t>3536456465465465465456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PresentationFormat>全屏显示(4:3)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</vt:lpstr>
      <vt:lpstr>幻灯片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hp</dc:creator>
  <cp:lastModifiedBy>hp</cp:lastModifiedBy>
  <cp:revision>1</cp:revision>
  <dcterms:created xsi:type="dcterms:W3CDTF">2012-08-28T07:54:16Z</dcterms:created>
  <dcterms:modified xsi:type="dcterms:W3CDTF">2012-08-28T07:55:49Z</dcterms:modified>
</cp:coreProperties>
</file>