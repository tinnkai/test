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3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2012/8/28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353645646kjasgdfkjagjkfgakjwefajkgdfjagdfjgasdjkawkjdfajksdfajkajkdkjfgaskdjfg5465465465456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PresentationFormat>全屏显示(4:3)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hp</cp:lastModifiedBy>
  <cp:revision>2</cp:revision>
  <dcterms:created xsi:type="dcterms:W3CDTF">2012-08-28T07:54:16Z</dcterms:created>
  <dcterms:modified xsi:type="dcterms:W3CDTF">2012-08-28T07:58:16Z</dcterms:modified>
</cp:coreProperties>
</file>